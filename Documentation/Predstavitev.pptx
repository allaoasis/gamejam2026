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2" r:id="rId5"/>
    <p:sldId id="263" r:id="rId6"/>
    <p:sldId id="264" r:id="rId7"/>
    <p:sldId id="265" r:id="rId8"/>
    <p:sldId id="266" r:id="rId9"/>
    <p:sldId id="258" r:id="rId10"/>
    <p:sldId id="259" r:id="rId11"/>
    <p:sldId id="260" r:id="rId12"/>
  </p:sldIdLst>
  <p:sldSz cx="12192000" cy="6858000"/>
  <p:notesSz cx="6858000" cy="9144000"/>
  <p:defaultTextStyle>
    <a:defPPr>
      <a:defRPr lang="sl-S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8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diapozit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6D88868B-CF45-F51E-CA42-B6CC096DEA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B5297DDA-2F9F-7B1F-1A4F-BE0DA3FB30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l-SI"/>
              <a:t>Kliknite, če želite urediti slog podnaslova matrice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F0295626-8210-EF7C-CEA2-57AEFDEB2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57C2C-8CA7-4501-A61B-D0A32636D1CE}" type="datetimeFigureOut">
              <a:rPr lang="sl-SI" smtClean="0"/>
              <a:t>26. 10. 2026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EC0EC12E-EF3E-9824-5182-5A7637AA2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20243FCC-F09B-4EED-D76B-13C12BA08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32178-CC93-4753-A8C2-C35D97A06D46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819312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n vseb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9FB401E-19C2-E687-7139-3CA5A9E17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23EEDE97-A1B4-4EB5-E6D3-5D87D006B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69CF432E-7826-7549-3DBB-19102F044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57C2C-8CA7-4501-A61B-D0A32636D1CE}" type="datetimeFigureOut">
              <a:rPr lang="sl-SI" smtClean="0"/>
              <a:t>26. 10. 2026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809913DC-7C0A-9C04-7EEC-66DBF6D76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AACDB6E9-BF4C-151F-6002-E4734DA26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32178-CC93-4753-A8C2-C35D97A06D46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300687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Glava ods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3027416-69C6-F604-69F4-EDDF83629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F0B1607F-FE14-2BD0-B80B-144D23B54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B5633F3B-0E17-DDD6-CB08-B8E893CE0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57C2C-8CA7-4501-A61B-D0A32636D1CE}" type="datetimeFigureOut">
              <a:rPr lang="sl-SI" smtClean="0"/>
              <a:t>26. 10. 2026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69C85F69-1363-D646-B21F-9476276C9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6E9E8AC1-3508-B5E7-23B5-5D6179C0A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32178-CC93-4753-A8C2-C35D97A06D46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851659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e vseb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98E47BA-F22E-2909-14E8-DEF7FE528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BCCD4D8F-0893-9ED1-21F0-9F7FB7B12B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vsebine 3">
            <a:extLst>
              <a:ext uri="{FF2B5EF4-FFF2-40B4-BE49-F238E27FC236}">
                <a16:creationId xmlns:a16="http://schemas.microsoft.com/office/drawing/2014/main" id="{8932E0B3-1F72-F47D-E4DB-F69CA575B1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5" name="Označba mesta datuma 4">
            <a:extLst>
              <a:ext uri="{FF2B5EF4-FFF2-40B4-BE49-F238E27FC236}">
                <a16:creationId xmlns:a16="http://schemas.microsoft.com/office/drawing/2014/main" id="{08AFBC9F-BC01-4250-13DE-E3E074725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57C2C-8CA7-4501-A61B-D0A32636D1CE}" type="datetimeFigureOut">
              <a:rPr lang="sl-SI" smtClean="0"/>
              <a:t>26. 10. 2026</a:t>
            </a:fld>
            <a:endParaRPr lang="sl-SI"/>
          </a:p>
        </p:txBody>
      </p:sp>
      <p:sp>
        <p:nvSpPr>
          <p:cNvPr id="6" name="Označba mesta noge 5">
            <a:extLst>
              <a:ext uri="{FF2B5EF4-FFF2-40B4-BE49-F238E27FC236}">
                <a16:creationId xmlns:a16="http://schemas.microsoft.com/office/drawing/2014/main" id="{51D50D8F-FD87-9989-9793-5DA83A72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Označba mesta številke diapozitiva 6">
            <a:extLst>
              <a:ext uri="{FF2B5EF4-FFF2-40B4-BE49-F238E27FC236}">
                <a16:creationId xmlns:a16="http://schemas.microsoft.com/office/drawing/2014/main" id="{303FC8DC-BD98-56E0-6488-A02C68B0B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32178-CC93-4753-A8C2-C35D97A06D46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970481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rimerja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9B03F13-84C6-B1D6-9458-DA81809EB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45DC3B06-A411-1C4D-9BBE-91016C47C3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Označba mesta vsebine 3">
            <a:extLst>
              <a:ext uri="{FF2B5EF4-FFF2-40B4-BE49-F238E27FC236}">
                <a16:creationId xmlns:a16="http://schemas.microsoft.com/office/drawing/2014/main" id="{504C1314-E04F-C2E4-7433-93122EEF9F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5" name="Označba mesta besedila 4">
            <a:extLst>
              <a:ext uri="{FF2B5EF4-FFF2-40B4-BE49-F238E27FC236}">
                <a16:creationId xmlns:a16="http://schemas.microsoft.com/office/drawing/2014/main" id="{9722D65F-014B-A97E-3633-A2429BB68F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6" name="Označba mesta vsebine 5">
            <a:extLst>
              <a:ext uri="{FF2B5EF4-FFF2-40B4-BE49-F238E27FC236}">
                <a16:creationId xmlns:a16="http://schemas.microsoft.com/office/drawing/2014/main" id="{0860A7B2-A234-E221-C37F-05863978F7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7" name="Označba mesta datuma 6">
            <a:extLst>
              <a:ext uri="{FF2B5EF4-FFF2-40B4-BE49-F238E27FC236}">
                <a16:creationId xmlns:a16="http://schemas.microsoft.com/office/drawing/2014/main" id="{205904BC-C9B3-4947-79F1-9FBE67DD5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57C2C-8CA7-4501-A61B-D0A32636D1CE}" type="datetimeFigureOut">
              <a:rPr lang="sl-SI" smtClean="0"/>
              <a:t>26. 10. 2026</a:t>
            </a:fld>
            <a:endParaRPr lang="sl-SI"/>
          </a:p>
        </p:txBody>
      </p:sp>
      <p:sp>
        <p:nvSpPr>
          <p:cNvPr id="8" name="Označba mesta noge 7">
            <a:extLst>
              <a:ext uri="{FF2B5EF4-FFF2-40B4-BE49-F238E27FC236}">
                <a16:creationId xmlns:a16="http://schemas.microsoft.com/office/drawing/2014/main" id="{7C0FF332-F45A-A11A-2217-C6DD04FB6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9" name="Označba mesta številke diapozitiva 8">
            <a:extLst>
              <a:ext uri="{FF2B5EF4-FFF2-40B4-BE49-F238E27FC236}">
                <a16:creationId xmlns:a16="http://schemas.microsoft.com/office/drawing/2014/main" id="{7893ADBF-E75A-1893-0CFD-00F33FF73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32178-CC93-4753-A8C2-C35D97A06D46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462467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7590AC5-D993-924D-04D0-65CC7306E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datuma 2">
            <a:extLst>
              <a:ext uri="{FF2B5EF4-FFF2-40B4-BE49-F238E27FC236}">
                <a16:creationId xmlns:a16="http://schemas.microsoft.com/office/drawing/2014/main" id="{D438853E-9272-5904-C0CA-A6E89C6B9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57C2C-8CA7-4501-A61B-D0A32636D1CE}" type="datetimeFigureOut">
              <a:rPr lang="sl-SI" smtClean="0"/>
              <a:t>26. 10. 2026</a:t>
            </a:fld>
            <a:endParaRPr lang="sl-SI"/>
          </a:p>
        </p:txBody>
      </p: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3F3EDDD4-EAF1-C2CB-CFB4-8ADE81680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9B9D627D-62E4-2D4A-7ACA-B66A802EA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32178-CC93-4753-A8C2-C35D97A06D46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442216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datuma 1">
            <a:extLst>
              <a:ext uri="{FF2B5EF4-FFF2-40B4-BE49-F238E27FC236}">
                <a16:creationId xmlns:a16="http://schemas.microsoft.com/office/drawing/2014/main" id="{B3022A2D-8793-FA7A-08AA-FD797A15B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57C2C-8CA7-4501-A61B-D0A32636D1CE}" type="datetimeFigureOut">
              <a:rPr lang="sl-SI" smtClean="0"/>
              <a:t>26. 10. 2026</a:t>
            </a:fld>
            <a:endParaRPr lang="sl-SI"/>
          </a:p>
        </p:txBody>
      </p:sp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2F34DFE4-C798-F966-C16E-8241D3B4B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BDCE18E4-DC6E-A385-76F9-5C901929E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32178-CC93-4753-A8C2-C35D97A06D46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670212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Vsebina z naslov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CA91097-244C-ECDD-9B6D-435916E46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E1C2662B-C803-638D-8BBD-9159F038D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besedila 3">
            <a:extLst>
              <a:ext uri="{FF2B5EF4-FFF2-40B4-BE49-F238E27FC236}">
                <a16:creationId xmlns:a16="http://schemas.microsoft.com/office/drawing/2014/main" id="{09D7C521-0D1D-166B-E8DE-79233C215D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Označba mesta datuma 4">
            <a:extLst>
              <a:ext uri="{FF2B5EF4-FFF2-40B4-BE49-F238E27FC236}">
                <a16:creationId xmlns:a16="http://schemas.microsoft.com/office/drawing/2014/main" id="{9AC247FF-9EBF-A291-103D-FD82A5230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57C2C-8CA7-4501-A61B-D0A32636D1CE}" type="datetimeFigureOut">
              <a:rPr lang="sl-SI" smtClean="0"/>
              <a:t>26. 10. 2026</a:t>
            </a:fld>
            <a:endParaRPr lang="sl-SI"/>
          </a:p>
        </p:txBody>
      </p:sp>
      <p:sp>
        <p:nvSpPr>
          <p:cNvPr id="6" name="Označba mesta noge 5">
            <a:extLst>
              <a:ext uri="{FF2B5EF4-FFF2-40B4-BE49-F238E27FC236}">
                <a16:creationId xmlns:a16="http://schemas.microsoft.com/office/drawing/2014/main" id="{AE1A1E07-70A1-A344-CE4E-3235898C3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Označba mesta številke diapozitiva 6">
            <a:extLst>
              <a:ext uri="{FF2B5EF4-FFF2-40B4-BE49-F238E27FC236}">
                <a16:creationId xmlns:a16="http://schemas.microsoft.com/office/drawing/2014/main" id="{672EB5EE-1A29-3BA4-E0DA-229E3E5DB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32178-CC93-4753-A8C2-C35D97A06D46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906862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Naslov in sli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B53801C-1C4A-39C9-0440-68A226E3B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slike 2">
            <a:extLst>
              <a:ext uri="{FF2B5EF4-FFF2-40B4-BE49-F238E27FC236}">
                <a16:creationId xmlns:a16="http://schemas.microsoft.com/office/drawing/2014/main" id="{F2994480-E280-605D-5DA8-3B5350268A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l-SI"/>
          </a:p>
        </p:txBody>
      </p:sp>
      <p:sp>
        <p:nvSpPr>
          <p:cNvPr id="4" name="Označba mesta besedila 3">
            <a:extLst>
              <a:ext uri="{FF2B5EF4-FFF2-40B4-BE49-F238E27FC236}">
                <a16:creationId xmlns:a16="http://schemas.microsoft.com/office/drawing/2014/main" id="{31FE1812-612A-DB5D-6906-3EAF6E982B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Označba mesta datuma 4">
            <a:extLst>
              <a:ext uri="{FF2B5EF4-FFF2-40B4-BE49-F238E27FC236}">
                <a16:creationId xmlns:a16="http://schemas.microsoft.com/office/drawing/2014/main" id="{89875C12-1476-780C-788D-E24DA5AA2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57C2C-8CA7-4501-A61B-D0A32636D1CE}" type="datetimeFigureOut">
              <a:rPr lang="sl-SI" smtClean="0"/>
              <a:t>26. 10. 2026</a:t>
            </a:fld>
            <a:endParaRPr lang="sl-SI"/>
          </a:p>
        </p:txBody>
      </p:sp>
      <p:sp>
        <p:nvSpPr>
          <p:cNvPr id="6" name="Označba mesta noge 5">
            <a:extLst>
              <a:ext uri="{FF2B5EF4-FFF2-40B4-BE49-F238E27FC236}">
                <a16:creationId xmlns:a16="http://schemas.microsoft.com/office/drawing/2014/main" id="{34D981F2-64F2-EDBB-9CA4-4C5E3AB43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Označba mesta številke diapozitiva 6">
            <a:extLst>
              <a:ext uri="{FF2B5EF4-FFF2-40B4-BE49-F238E27FC236}">
                <a16:creationId xmlns:a16="http://schemas.microsoft.com/office/drawing/2014/main" id="{7E8EA25E-01EE-7E68-66E7-5E217ED0F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32178-CC93-4753-A8C2-C35D97A06D46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107520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n navpično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7FDC5C2-1BCA-C37C-603F-7EF028520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navpičnega besedila 2">
            <a:extLst>
              <a:ext uri="{FF2B5EF4-FFF2-40B4-BE49-F238E27FC236}">
                <a16:creationId xmlns:a16="http://schemas.microsoft.com/office/drawing/2014/main" id="{3486EEAE-FD03-75C1-5894-CAB900FE79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05B923B3-C934-002F-8242-B90577CBB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57C2C-8CA7-4501-A61B-D0A32636D1CE}" type="datetimeFigureOut">
              <a:rPr lang="sl-SI" smtClean="0"/>
              <a:t>26. 10. 2026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F8D5344A-038B-A305-C10B-06F9B9952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8B0E9B23-0B00-DF50-1CE6-EC573999C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32178-CC93-4753-A8C2-C35D97A06D46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220951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Navpični naslov in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pični naslov 1">
            <a:extLst>
              <a:ext uri="{FF2B5EF4-FFF2-40B4-BE49-F238E27FC236}">
                <a16:creationId xmlns:a16="http://schemas.microsoft.com/office/drawing/2014/main" id="{011E2953-84CC-76BD-5777-02DC30FE0D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navpičnega besedila 2">
            <a:extLst>
              <a:ext uri="{FF2B5EF4-FFF2-40B4-BE49-F238E27FC236}">
                <a16:creationId xmlns:a16="http://schemas.microsoft.com/office/drawing/2014/main" id="{A6BA73C4-5B35-6D9C-35EF-8B9D7B8383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38D3B22E-C172-E076-AD6C-68967CDF6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57C2C-8CA7-4501-A61B-D0A32636D1CE}" type="datetimeFigureOut">
              <a:rPr lang="sl-SI" smtClean="0"/>
              <a:t>26. 10. 2026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3A2F920B-2A3D-905C-9B7E-15A68661F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FD9DD39A-A0D1-804B-DBF9-5DED1B8AF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32178-CC93-4753-A8C2-C35D97A06D46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697103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naslova 1">
            <a:extLst>
              <a:ext uri="{FF2B5EF4-FFF2-40B4-BE49-F238E27FC236}">
                <a16:creationId xmlns:a16="http://schemas.microsoft.com/office/drawing/2014/main" id="{05745BAE-69DC-D705-35B7-B25EF8978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49CA1720-340F-374A-B57C-5B3C0CD033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8C0B13C1-F7F8-77E3-C886-229FA29133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B57C2C-8CA7-4501-A61B-D0A32636D1CE}" type="datetimeFigureOut">
              <a:rPr lang="sl-SI" smtClean="0"/>
              <a:t>26. 10. 2026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197EB569-C957-5FE7-34D6-AFA072EC2A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ED1CD209-476F-C3A8-CDB6-FF002287F2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132178-CC93-4753-A8C2-C35D97A06D46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575847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l-S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B1393CC-A8CC-B2F5-78AD-59397B2537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sl-SI" dirty="0"/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0C4DCF28-2EA3-315B-F6BB-22650240E1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l-SI" dirty="0">
                <a:solidFill>
                  <a:schemeClr val="bg2"/>
                </a:solidFill>
              </a:rPr>
              <a:t>Ekipa </a:t>
            </a:r>
            <a:r>
              <a:rPr lang="sl-SI" dirty="0" err="1">
                <a:solidFill>
                  <a:schemeClr val="bg2"/>
                </a:solidFill>
              </a:rPr>
              <a:t>AllaOasis</a:t>
            </a:r>
            <a:endParaRPr lang="sl-SI" dirty="0">
              <a:solidFill>
                <a:schemeClr val="bg2"/>
              </a:solidFill>
            </a:endParaRPr>
          </a:p>
          <a:p>
            <a:r>
              <a:rPr lang="sl-SI" dirty="0">
                <a:solidFill>
                  <a:schemeClr val="bg2"/>
                </a:solidFill>
              </a:rPr>
              <a:t>Aljaž Lackovič, Enej Vodušek</a:t>
            </a:r>
          </a:p>
        </p:txBody>
      </p:sp>
      <p:pic>
        <p:nvPicPr>
          <p:cNvPr id="7" name="Slika 6">
            <a:extLst>
              <a:ext uri="{FF2B5EF4-FFF2-40B4-BE49-F238E27FC236}">
                <a16:creationId xmlns:a16="http://schemas.microsoft.com/office/drawing/2014/main" id="{52CEE0F4-2A42-14B9-9C7D-589D0B7877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15545"/>
            <a:ext cx="9448800" cy="161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602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DFA51CE9-B751-FA00-B56E-4820F5451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Koncept in interpretacija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4B04C66D-DCBD-6D5A-37D9-3968CEB432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/>
              <a:t>Čistilec radioaktivnih snovi ekipe pet (</a:t>
            </a:r>
            <a:r>
              <a:rPr lang="sl-SI" dirty="0" err="1"/>
              <a:t>Toxicorp</a:t>
            </a:r>
            <a:r>
              <a:rPr lang="sl-SI" dirty="0"/>
              <a:t> </a:t>
            </a:r>
            <a:r>
              <a:rPr lang="sl-SI" dirty="0" err="1"/>
              <a:t>Five</a:t>
            </a:r>
            <a:r>
              <a:rPr lang="sl-SI" dirty="0"/>
              <a:t>)</a:t>
            </a:r>
          </a:p>
          <a:p>
            <a:r>
              <a:rPr lang="sl-SI" dirty="0"/>
              <a:t>Problemi s „</a:t>
            </a:r>
            <a:r>
              <a:rPr lang="sl-SI" dirty="0" err="1"/>
              <a:t>Pollutant</a:t>
            </a:r>
            <a:r>
              <a:rPr lang="sl-SI" dirty="0"/>
              <a:t>-i“</a:t>
            </a:r>
          </a:p>
          <a:p>
            <a:r>
              <a:rPr lang="sl-SI" dirty="0"/>
              <a:t>Potrebno dekontaminiranje</a:t>
            </a:r>
          </a:p>
          <a:p>
            <a:r>
              <a:rPr lang="sl-SI" dirty="0"/>
              <a:t>Grad Grofa </a:t>
            </a:r>
            <a:r>
              <a:rPr lang="sl-SI" dirty="0" err="1"/>
              <a:t>Drakule</a:t>
            </a:r>
            <a:r>
              <a:rPr lang="sl-SI" dirty="0"/>
              <a:t> (tema)</a:t>
            </a:r>
          </a:p>
        </p:txBody>
      </p:sp>
    </p:spTree>
    <p:extLst>
      <p:ext uri="{BB962C8B-B14F-4D97-AF65-F5344CB8AC3E}">
        <p14:creationId xmlns:p14="http://schemas.microsoft.com/office/powerpoint/2010/main" val="1837237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CFFB157-09FB-6A47-AE12-5E76CB466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Ključne mehanike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A659756A-66D2-F7B6-AEB5-57680FC0C7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/>
              <a:t>Streljanje čistilne pene</a:t>
            </a:r>
          </a:p>
          <a:p>
            <a:r>
              <a:rPr lang="sl-SI" dirty="0"/>
              <a:t>Odstranjevanje pošasti</a:t>
            </a:r>
          </a:p>
          <a:p>
            <a:r>
              <a:rPr lang="sl-SI" dirty="0"/>
              <a:t>Pobiranje radioaktivnih delcev</a:t>
            </a:r>
          </a:p>
          <a:p>
            <a:r>
              <a:rPr lang="sl-SI" dirty="0"/>
              <a:t>Dekontaminacija delcev (tako očistiš grad)</a:t>
            </a:r>
          </a:p>
          <a:p>
            <a:r>
              <a:rPr lang="sl-SI" dirty="0"/>
              <a:t>Zanimiv sistem za zdravje</a:t>
            </a:r>
          </a:p>
          <a:p>
            <a:r>
              <a:rPr lang="sl-SI" dirty="0"/>
              <a:t>Premikanje (dvojni skok, odboj s stene, hitri premik)</a:t>
            </a:r>
          </a:p>
        </p:txBody>
      </p:sp>
    </p:spTree>
    <p:extLst>
      <p:ext uri="{BB962C8B-B14F-4D97-AF65-F5344CB8AC3E}">
        <p14:creationId xmlns:p14="http://schemas.microsoft.com/office/powerpoint/2010/main" val="3532520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E702B8F-E222-F972-F59E-E2D057A1A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5432" y="1602801"/>
            <a:ext cx="9901136" cy="3652398"/>
          </a:xfrm>
        </p:spPr>
        <p:txBody>
          <a:bodyPr>
            <a:normAutofit/>
          </a:bodyPr>
          <a:lstStyle/>
          <a:p>
            <a:pPr algn="ctr"/>
            <a:r>
              <a:rPr lang="sl-SI" sz="8800" b="1" dirty="0"/>
              <a:t>Prikaz delovanja igre</a:t>
            </a:r>
          </a:p>
        </p:txBody>
      </p:sp>
    </p:spTree>
    <p:extLst>
      <p:ext uri="{BB962C8B-B14F-4D97-AF65-F5344CB8AC3E}">
        <p14:creationId xmlns:p14="http://schemas.microsoft.com/office/powerpoint/2010/main" val="371299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A4483FB8-3830-AF65-2A33-CC4697718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531C1B7B-7D5D-B6DC-15BC-EE5602D88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l-SI"/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879AC9A6-AE53-69A9-007C-B1FB8345E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236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BFFF9BE-0813-F8C3-D843-E6AC48F08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l-SI"/>
          </a:p>
        </p:txBody>
      </p:sp>
      <p:pic>
        <p:nvPicPr>
          <p:cNvPr id="4" name="Gameplay-Video">
            <a:hlinkClick r:id="" action="ppaction://media"/>
            <a:extLst>
              <a:ext uri="{FF2B5EF4-FFF2-40B4-BE49-F238E27FC236}">
                <a16:creationId xmlns:a16="http://schemas.microsoft.com/office/drawing/2014/main" id="{118D34DD-8D12-B9A0-9D8C-E0E4762A52B8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275" y="0"/>
            <a:ext cx="12192276" cy="6858000"/>
          </a:xfrm>
        </p:spPr>
      </p:pic>
    </p:spTree>
    <p:extLst>
      <p:ext uri="{BB962C8B-B14F-4D97-AF65-F5344CB8AC3E}">
        <p14:creationId xmlns:p14="http://schemas.microsoft.com/office/powerpoint/2010/main" val="2951571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363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F3CF49F-BF2E-7618-C1AD-E30C6FBC0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9F97E385-2C10-78FD-11B7-ADE6B188FA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l-SI"/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061344AA-7846-200B-4804-8A075CA4A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47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9DA38FF0-574C-8421-73AB-1B54C8F47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135ABF9B-A452-903B-0B24-B5501352B1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490973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CD796BA1-5F7A-7B60-F2E2-3CA7D2EDB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Tehnične zanimivosti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9E1F0992-1806-DCE8-0244-1D2B91B69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/>
              <a:t>Število tekstur (več kot 100)</a:t>
            </a:r>
          </a:p>
          <a:p>
            <a:r>
              <a:rPr lang="sl-SI" dirty="0"/>
              <a:t>Premikanje v igri (nasprotnikov in igralca)</a:t>
            </a:r>
          </a:p>
          <a:p>
            <a:r>
              <a:rPr lang="sl-SI" dirty="0"/>
              <a:t>Najbolj izstopa sistem za zdravje (</a:t>
            </a:r>
            <a:r>
              <a:rPr lang="sl-SI" dirty="0" err="1"/>
              <a:t>health</a:t>
            </a:r>
            <a:r>
              <a:rPr lang="sl-SI" dirty="0"/>
              <a:t> </a:t>
            </a:r>
            <a:r>
              <a:rPr lang="sl-SI" dirty="0" err="1"/>
              <a:t>system</a:t>
            </a:r>
            <a:r>
              <a:rPr lang="sl-SI" dirty="0"/>
              <a:t>)</a:t>
            </a:r>
          </a:p>
          <a:p>
            <a:r>
              <a:rPr lang="sl-SI" dirty="0"/>
              <a:t>Igra je lahko igrana tudi na telefonih</a:t>
            </a:r>
          </a:p>
        </p:txBody>
      </p:sp>
    </p:spTree>
    <p:extLst>
      <p:ext uri="{BB962C8B-B14F-4D97-AF65-F5344CB8AC3E}">
        <p14:creationId xmlns:p14="http://schemas.microsoft.com/office/powerpoint/2010/main" val="3172292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924D6065-2D16-D655-57EA-A655F3D39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AI + </a:t>
            </a:r>
            <a:r>
              <a:rPr lang="sl-SI" dirty="0" err="1"/>
              <a:t>Asseti</a:t>
            </a:r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9DF25B36-7DEF-03F4-020B-2F1B5FBA7B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/>
              <a:t>Umetne inteligence izredno malo</a:t>
            </a:r>
          </a:p>
          <a:p>
            <a:r>
              <a:rPr lang="sl-SI" dirty="0"/>
              <a:t>Koda je napisana ročno</a:t>
            </a:r>
          </a:p>
          <a:p>
            <a:r>
              <a:rPr lang="sl-SI" dirty="0"/>
              <a:t>Teksture so narejene ročno</a:t>
            </a:r>
          </a:p>
          <a:p>
            <a:r>
              <a:rPr lang="sl-SI" dirty="0"/>
              <a:t>Zvok in glasba so z interneta</a:t>
            </a:r>
          </a:p>
        </p:txBody>
      </p:sp>
    </p:spTree>
    <p:extLst>
      <p:ext uri="{BB962C8B-B14F-4D97-AF65-F5344CB8AC3E}">
        <p14:creationId xmlns:p14="http://schemas.microsoft.com/office/powerpoint/2010/main" val="36407481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D948CF46-88A3-62A8-33FB-5E84311B8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53117741-48E7-C506-EB0A-53C79F72B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l-SI"/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3A080FCA-3D88-582B-049D-DB9476721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5760"/>
            <a:ext cx="13095111" cy="736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585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ova tema">
  <a:themeElements>
    <a:clrScheme name="Pisarn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isarna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isarn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122</Words>
  <Application>Microsoft Office PowerPoint</Application>
  <PresentationFormat>Širokozaslonsko</PresentationFormat>
  <Paragraphs>25</Paragraphs>
  <Slides>11</Slides>
  <Notes>0</Notes>
  <HiddenSlides>0</HiddenSlides>
  <MMClips>1</MMClips>
  <ScaleCrop>false</ScaleCrop>
  <HeadingPairs>
    <vt:vector size="6" baseType="variant">
      <vt:variant>
        <vt:lpstr>Uporabljene pisave</vt:lpstr>
      </vt:variant>
      <vt:variant>
        <vt:i4>3</vt:i4>
      </vt:variant>
      <vt:variant>
        <vt:lpstr>Tema</vt:lpstr>
      </vt:variant>
      <vt:variant>
        <vt:i4>1</vt:i4>
      </vt:variant>
      <vt:variant>
        <vt:lpstr>Naslovi diapozitivov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Officeova tema</vt:lpstr>
      <vt:lpstr>PowerPointova predstavitev</vt:lpstr>
      <vt:lpstr>Koncept in interpretacija</vt:lpstr>
      <vt:lpstr>Ključne mehanike</vt:lpstr>
      <vt:lpstr>Prikaz delovanja igre</vt:lpstr>
      <vt:lpstr>PowerPointova predstavitev</vt:lpstr>
      <vt:lpstr>PowerPointova predstavitev</vt:lpstr>
      <vt:lpstr>PowerPointova predstavitev</vt:lpstr>
      <vt:lpstr>PowerPointova predstavitev</vt:lpstr>
      <vt:lpstr>Tehnične zanimivosti</vt:lpstr>
      <vt:lpstr>AI + Asseti</vt:lpstr>
      <vt:lpstr>PowerPointova predstavitev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Endles 13</dc:creator>
  <cp:lastModifiedBy>Endles 13</cp:lastModifiedBy>
  <cp:revision>42</cp:revision>
  <dcterms:created xsi:type="dcterms:W3CDTF">2026-10-25T20:53:03Z</dcterms:created>
  <dcterms:modified xsi:type="dcterms:W3CDTF">2026-10-26T08:39:22Z</dcterms:modified>
</cp:coreProperties>
</file>